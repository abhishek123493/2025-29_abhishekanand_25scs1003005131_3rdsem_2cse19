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4-1.jpg" ContentType="image/jpg"/>
  <Override PartName="/ppt/media/image-4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Prodigy InfoTech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PRESENTATION REPORT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Development Internship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 &amp; API Integration Fundamentals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3703320"/>
            <a:ext cx="12188952" cy="3154680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886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CREDENTIALS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279392"/>
            <a:ext cx="11064240" cy="502920"/>
          </a:xfrm>
          <a:prstGeom prst="rect">
            <a:avLst/>
          </a:prstGeom>
          <a:solidFill>
            <a:srgbClr val="0E4A6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2793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427939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Anand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782312"/>
            <a:ext cx="11064240" cy="502920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78231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478231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PIT/AUG26/01100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285232"/>
            <a:ext cx="11064240" cy="502920"/>
          </a:xfrm>
          <a:prstGeom prst="rect">
            <a:avLst/>
          </a:prstGeom>
          <a:solidFill>
            <a:srgbClr val="0E4A6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2852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Domain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528523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788152"/>
            <a:ext cx="11064240" cy="502920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7881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Organization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5788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InfoTech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6291072"/>
            <a:ext cx="11064240" cy="502920"/>
          </a:xfrm>
          <a:prstGeom prst="rect">
            <a:avLst/>
          </a:prstGeom>
          <a:solidFill>
            <a:srgbClr val="0E4A6E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62910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Duration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0" y="62910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Aug 2026 – 31 Aug 2026 (1 Month)</a:t>
            </a:r>
            <a:endParaRPr lang="en-US" sz="1300" dirty="0"/>
          </a:p>
        </p:txBody>
      </p:sp>
      <p:pic>
        <p:nvPicPr>
          <p:cNvPr id="24" name="Picture 23" descr="logo_extract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408" y="271060"/>
            <a:ext cx="2615184" cy="4244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&amp; Program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details of the student and the internship program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0352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8F0F5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5303520" cy="502920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17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DETAILS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063240" y="2148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Anand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063240" y="2834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PIT/AUG26/01100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Role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063240" y="3520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Intern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4206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063240" y="4206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Aug – 31 Aug 2026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892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Mode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063240" y="4892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26480" y="141732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8F0F5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417320"/>
            <a:ext cx="5486400" cy="502920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417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PROFILE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6520" y="21488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Offered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03920" y="21488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– Web Development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46520" y="28346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Organization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03920" y="28346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InfoTech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46520" y="35204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03920" y="35204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Aug – 31 Aug 2026 (1 Month)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46520" y="4206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03920" y="42062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PIT/AUG26/01100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46520" y="48920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Status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03920" y="48920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Successfully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 |  Abhishek Anand  |  PIT/AUG26/01100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16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at a Glance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snapshot of the internship engagement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InfoTech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37560" y="14173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645920"/>
            <a:ext cx="502920" cy="50292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2044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2044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Aug – 31 Aug 2026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645920"/>
            <a:ext cx="502920" cy="50292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0936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15400" y="14173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0" y="1645920"/>
            <a:ext cx="502920" cy="50292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09828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09828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3291840"/>
            <a:ext cx="11064240" cy="2788920"/>
          </a:xfrm>
          <a:prstGeom prst="roundRect">
            <a:avLst>
              <a:gd name="adj" fmla="val 2623"/>
            </a:avLst>
          </a:prstGeom>
          <a:solidFill>
            <a:srgbClr val="0B3D5C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ROLE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388620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Undertook a structured, task-based Web Development internship at Prodigy InfoTech, building practical front-end engineering skills — from HTML, CSS and JavaScript fundamentals, through interactive UI and DOM-driven applications, to API integration and JSON data handling, culminating in a hands-on capstone project. The one-month program was completed successfully and formally recognized with a certificate of completion.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 |  Abhishek Anand  |  PIT/AUG26/01100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916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LETTER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Offer Letter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offer extended by Prodigy InfoTech confirming the internship terms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88952" cy="2148840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LETTER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Offer Letter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offer extended by Prodigy InfoTech confirming the internship terms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DETAILS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6035040" cy="566928"/>
          </a:xfrm>
          <a:prstGeom prst="rect">
            <a:avLst/>
          </a:prstGeom>
          <a:solidFill>
            <a:srgbClr val="E8F0F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83464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Name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00400" y="28346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Anand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01568"/>
            <a:ext cx="6035040" cy="56692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0156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00400" y="340156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PIT/AUG26/01100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68496"/>
            <a:ext cx="6035040" cy="566928"/>
          </a:xfrm>
          <a:prstGeom prst="rect">
            <a:avLst/>
          </a:prstGeom>
          <a:solidFill>
            <a:srgbClr val="E8F0F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6849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Role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00400" y="396849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Intern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535424"/>
            <a:ext cx="6035040" cy="56692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53542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Commencement Date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00400" y="453542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Aug 2026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102352"/>
            <a:ext cx="6035040" cy="566928"/>
          </a:xfrm>
          <a:prstGeom prst="rect">
            <a:avLst/>
          </a:prstGeom>
          <a:solidFill>
            <a:srgbClr val="E8F0F5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10235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Date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00400" y="510235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Aug 2026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669280"/>
            <a:ext cx="6035040" cy="56692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6692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By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200400" y="56692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InfoTech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995160" y="2423160"/>
            <a:ext cx="4617720" cy="4069080"/>
          </a:xfrm>
          <a:prstGeom prst="roundRect">
            <a:avLst>
              <a:gd name="adj" fmla="val 899"/>
            </a:avLst>
          </a:prstGeom>
          <a:solidFill>
            <a:srgbClr val="FFFFFF"/>
          </a:solidFill>
          <a:ln w="2540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5400000">
              <a:srgbClr val="1B2733">
                <a:alpha val="18000"/>
              </a:srgbClr>
            </a:outerShdw>
          </a:effectLst>
        </p:spPr>
      </p:sp>
      <p:pic>
        <p:nvPicPr>
          <p:cNvPr id="29" name="Image 0" descr="/home/claude/work/offerletter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2560320"/>
            <a:ext cx="4343400" cy="379476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 |  Abhishek Anand  |  PIT/AUG26/01100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0916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Organization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InfoTech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Overview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InfoTech offers structured, project-based internship programs designed to build practical, industry-relevant skills through guided, hands-on learning in fields such as Web Development.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3163824"/>
            <a:ext cx="128016" cy="128016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03580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One-month, task-based internship track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3621024"/>
            <a:ext cx="128016" cy="128016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49300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building real browser applications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4078224"/>
            <a:ext cx="128016" cy="128016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95020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aligned with company policies for non-employee interns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4535424"/>
            <a:ext cx="128016" cy="128016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40740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completion issued on successful conclusion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26680" y="1417320"/>
            <a:ext cx="3886200" cy="4663440"/>
          </a:xfrm>
          <a:prstGeom prst="roundRect">
            <a:avLst>
              <a:gd name="adj" fmla="val 1882"/>
            </a:avLst>
          </a:prstGeom>
          <a:solidFill>
            <a:srgbClr val="0B3D5C"/>
          </a:solidFill>
          <a:ln/>
        </p:spPr>
      </p:sp>
      <p:sp>
        <p:nvSpPr>
          <p:cNvPr id="16" name="Text 14"/>
          <p:cNvSpPr/>
          <p:nvPr/>
        </p:nvSpPr>
        <p:spPr>
          <a:xfrm>
            <a:off x="8001000" y="1645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01000" y="2148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Type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01000" y="24414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Development Internship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01000" y="3108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01000" y="34015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01000" y="4069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01000" y="43616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01000" y="5029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01000" y="53218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on Successful Completion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 |  Abhishek Anand  |  PIT/AUG26/01100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916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the Internship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internship set out to achieve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71907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Web Development Fundamentals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solid foundation in HTML, CSS and JavaScript for real browser apps.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737360"/>
            <a:ext cx="502920" cy="50292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0" y="171907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Interactive UI &amp; Logic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46520" y="24231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interactive apps using DOM manipulation and event handling.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069080"/>
            <a:ext cx="502920" cy="50292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405079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APIs &amp; JSON Data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7548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external APIs and process JSON responses dynamically.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069080"/>
            <a:ext cx="502920" cy="50292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32320" y="405079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Debug, Test &amp; Deploy via GitHub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46520" y="47548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debugging, browser testing and version-controlled submission.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 |  Abhishek Anand  |  PIT/AUG26/01100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16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43891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1: Web Fundamentals &amp; Interactive UI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25880" y="8961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Completed Successfully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36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DESCRIPTION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81051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foundational front-end components to practice page structuring and interactive browser behavior.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672084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 APPLIED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218688"/>
            <a:ext cx="118872" cy="11887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08152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fixed navigation menu with hover/scroll interaction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794760"/>
            <a:ext cx="118872" cy="11887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6576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stopwatch app with start, stop and reset controls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370832"/>
            <a:ext cx="118872" cy="11887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23367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DOM manipulation and browser event handling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4946904"/>
            <a:ext cx="118872" cy="11887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80974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Practiced timing logic and state tracking using JavaScript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52360" y="2651760"/>
            <a:ext cx="4160520" cy="3429000"/>
          </a:xfrm>
          <a:prstGeom prst="roundRect">
            <a:avLst>
              <a:gd name="adj" fmla="val 1600"/>
            </a:avLst>
          </a:prstGeom>
          <a:solidFill>
            <a:srgbClr val="0B3D5C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80960" y="31089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working front-end components demonstrating core HTML, CSS and JavaScript fundamentals and event-driven interactivity.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680960" y="5349240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0" y="5349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Completed Successfully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 |  Abhishek Anand  |  PIT/AUG26/01100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16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43891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2: Application Logic &amp; Portfolio Development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25880" y="8961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Completed Successfully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36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DESCRIPTION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81051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two-player browser game and a structured personal portfolio to practice UI organization and conditional logic.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672084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 APPLIED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218688"/>
            <a:ext cx="118872" cy="11887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08152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Tic-Tac-Toe game with click handling and win detection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794760"/>
            <a:ext cx="118872" cy="11887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6576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personal portfolio site for profile, skills and projects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370832"/>
            <a:ext cx="118872" cy="11887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23367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conditional logic and state tracking in JavaScript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4946904"/>
            <a:ext cx="118872" cy="11887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80974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multi-section pages with clean UI organization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52360" y="2651760"/>
            <a:ext cx="4160520" cy="3429000"/>
          </a:xfrm>
          <a:prstGeom prst="roundRect">
            <a:avLst>
              <a:gd name="adj" fmla="val 1600"/>
            </a:avLst>
          </a:prstGeom>
          <a:solidFill>
            <a:srgbClr val="0B3D5C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80960" y="31089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interactive game and a professional portfolio website, showing applied JavaScript logic and UI structuring.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680960" y="5349240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0" y="5349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Completed Successfully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 |  Abhishek Anand  |  PIT/AUG26/01100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16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43891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3: API Integration &amp; Data Handling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25880" y="8961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Completed Successfully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36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DESCRIPTION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81051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a browser application to an external weather API to practice working with live, dynamic data.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672084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 APPLIED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218688"/>
            <a:ext cx="118872" cy="11887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08152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requests to the OpenWeather API from JavaScript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794760"/>
            <a:ext cx="118872" cy="11887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6576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and parsed JSON responses dynamically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370832"/>
            <a:ext cx="118872" cy="11887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23367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Displayed city, temperature, condition, humidity and wind speed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4946904"/>
            <a:ext cx="118872" cy="11887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80974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invalid city input with clear error messaging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52360" y="2651760"/>
            <a:ext cx="4160520" cy="3429000"/>
          </a:xfrm>
          <a:prstGeom prst="roundRect">
            <a:avLst>
              <a:gd name="adj" fmla="val 1600"/>
            </a:avLst>
          </a:prstGeom>
          <a:solidFill>
            <a:srgbClr val="0B3D5C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80960" y="31089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weather application demonstrating API integration, asynchronous data handling and dynamic DOM updates.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680960" y="5349240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0" y="5349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Completed Successfully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 |  Abhishek Anand  |  PIT/AUG26/01100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16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43891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4: Mini Project (Capstone) — Weather App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25880" y="8961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Completed Successfully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36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DESCRIPTION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81051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Brought together the full front-end workflow — structure, styling, logic and API integration — into a single applied project.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672084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 APPLIED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218688"/>
            <a:ext cx="118872" cy="11887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08152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complete user input to output workflow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794760"/>
            <a:ext cx="118872" cy="11887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6576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live API requests with dynamic DOM updates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370832"/>
            <a:ext cx="118872" cy="11887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23367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error handling for invalid user input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4946904"/>
            <a:ext cx="118872" cy="11887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80974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and debugged across multiple browser scenarios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52360" y="2651760"/>
            <a:ext cx="4160520" cy="3429000"/>
          </a:xfrm>
          <a:prstGeom prst="roundRect">
            <a:avLst>
              <a:gd name="adj" fmla="val 1600"/>
            </a:avLst>
          </a:prstGeom>
          <a:solidFill>
            <a:srgbClr val="0B3D5C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80960" y="31089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fully functional weather application demonstrating the end-to-end front-end pipeline from user input to live data display.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680960" y="5349240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0" y="5349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Completed Successfully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 |  Abhishek Anand  |  PIT/AUG26/01100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16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 Used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applied across the internship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structure and semantic markup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737360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2377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17720" y="2788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and responsive layout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4630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1737360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2377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412480" y="2788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and interactivity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4800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 API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2960" y="5212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weather data for the capstone app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38862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4160520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17720" y="4800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617720" y="5212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38862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0" y="4160520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412480" y="4800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412480" y="5212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for project work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 |  Abhishek Anand  |  PIT/AUG26/01100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916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 &amp; Skills Gained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and professional takeaways from the internship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3611880" cy="502920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63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Fundamentals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203704"/>
            <a:ext cx="128016" cy="128016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0574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&amp; CSS page development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2980944"/>
            <a:ext cx="128016" cy="128016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8346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 &amp; styling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758184"/>
            <a:ext cx="128016" cy="128016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6118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structuring basics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43400" y="146304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1463040"/>
            <a:ext cx="3611880" cy="502920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463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 &amp; Logic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617720" y="2203704"/>
            <a:ext cx="128016" cy="128016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0574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&amp; DOM manipulation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17720" y="2980944"/>
            <a:ext cx="128016" cy="128016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8346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handling &amp; game logic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17720" y="3758184"/>
            <a:ext cx="128016" cy="128016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6118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&amp; browser testing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138160" y="146304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0" y="1463040"/>
            <a:ext cx="3611880" cy="502920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24" name="Text 22"/>
          <p:cNvSpPr/>
          <p:nvPr/>
        </p:nvSpPr>
        <p:spPr>
          <a:xfrm>
            <a:off x="8366760" y="1463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Deployment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412480" y="2203704"/>
            <a:ext cx="128016" cy="128016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0" y="20574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 &amp; JSON handling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412480" y="2980944"/>
            <a:ext cx="128016" cy="128016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0" y="28346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data processing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412480" y="3758184"/>
            <a:ext cx="128016" cy="128016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0" y="36118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management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 |  Abhishek Anand  |  PIT/AUG26/01100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16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Key Learnings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Reflections from the internship journey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64792"/>
            <a:ext cx="502920" cy="50292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6184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API &amp; invalid-city responses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9842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systematically trace and resolve errors from live API responses and unexpected user input.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953512"/>
            <a:ext cx="502920" cy="50292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280720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dynamic weather data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317296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the ability to process and render live JSON data reliably within the DOM.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142232"/>
            <a:ext cx="502920" cy="50292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4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39959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image and icon paths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436168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Strengthened attention to asset referencing and browser rendering behavior.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330952"/>
            <a:ext cx="502920" cy="50292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330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63040" y="518464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&amp; submitting work through GitHub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55504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confidence in structuring, testing and version-controlling a complete front-end project.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 |  Abhishek Anand  |  PIT/AUG26/01100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16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737360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of Completion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894076" y="1783080"/>
            <a:ext cx="6400800" cy="4580921"/>
          </a:xfrm>
          <a:prstGeom prst="roundRect">
            <a:avLst>
              <a:gd name="adj" fmla="val 798"/>
            </a:avLst>
          </a:prstGeom>
          <a:solidFill>
            <a:srgbClr val="FFFFFF"/>
          </a:solidFill>
          <a:ln w="25400">
            <a:solidFill>
              <a:srgbClr val="FFB70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certificat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5516" y="1874520"/>
            <a:ext cx="6217920" cy="43980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409721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ID: PIT/AUG26/01100  |  Issued by Prodigy InfoTech  |  Domain: Web Development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 |  Abhishek Anand  |  PIT/AUG26/01100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16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9167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at Prodigy InfoTech provided a practical introduction to front-end web development — from building interactive UI components, through JavaScript logic and game development, to API integration and a complete capstone weather application. The one-month program strengthened core technical skills and built confidence in delivering a complete web application end-to-end.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0E4A6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0175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Month-Long Internship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288036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0E4A6E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0" y="30175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297680" y="3794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Completed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288036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0E4A6E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0" y="30175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046720" y="3794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Completed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937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Anand  |  Web Development Intern  |  Prodigy InfoTech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2026-09-07T10:09:59Z</dcterms:created>
  <dcterms:modified xsi:type="dcterms:W3CDTF">2026-09-07T10:09:59Z</dcterms:modified>
</cp:coreProperties>
</file>